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askadil.org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Solicitor Directory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 for MCB Leadership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initiative in association with the Muslim Council of Britain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British Muslims cannot find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Muslim-friendly legal help.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103120"/>
            <a:ext cx="1874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Islamophobia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(2023-24)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10312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2103120"/>
            <a:ext cx="1874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286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religious hate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target Muslims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03120"/>
            <a:ext cx="187452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286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~12,000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solicitors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&amp; Wales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10312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2103120"/>
            <a:ext cx="187452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286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searchable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 exist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resources (muslimlawyer.co.uk, SolicitorConnect) are either dormant since 2019 or ineffective.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AskAdil is uniquely positioned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build what no one else can.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931920" cy="1143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 Trust Signal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with the Muslim Council of Britain provides credibility no other platform can replicate.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2011680"/>
            <a:ext cx="3931920" cy="1143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AskAdil Chatbot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already describe their legal issue to AskAdil. We can match them to the right solicitor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931920" cy="1143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competitors in this space. No public Muslim lawyer directory exists anywhere in the UK.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3931920" cy="1143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840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MCB-affiliated mosques and organisations as a distribution network for promoting the directory.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Research, technology, and documentation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complete and ready to execute.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920240"/>
            <a:ext cx="269748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solicitor firms audited with verified contact details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Islamophobia legal resources mapped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 across all major Muslim population centres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920240"/>
            <a:ext cx="2697480" cy="457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outreach engine: researches firms, writes personalised emails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Railway: API + worker + database + Redis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automated tests passing, real email delivery verified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920240"/>
            <a:ext cx="2697480" cy="457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5146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strategy (freemium, self-sustaining at maturity)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compliance framework reviewed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plan with templates, cadence, tracking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to move forward.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Outreach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contacting 50 solicitor firms to invite them to the directory (free listing). Each email is AI-personalised and human-reviewed before sending.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 Endorsement Letter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brief endorsement paragraph for outreach emails and the directory landing page. This is the #1 trust signal for solicitor response rates.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via MCB Channels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114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directory with MCB's network once 25+ firms are listed. Newsletter, social media, affiliate mosque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outreach to revenue in four phases.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863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664208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192024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firms consent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664208"/>
            <a:ext cx="237744" cy="237744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21031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2103120"/>
            <a:ext cx="1920240" cy="457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live in chat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1664208"/>
            <a:ext cx="237744" cy="237744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1031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03120"/>
            <a:ext cx="1920240" cy="457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006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awareness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1664208"/>
            <a:ext cx="237744" cy="237744"/>
          </a:xfrm>
          <a:prstGeom prst="ellipse">
            <a:avLst/>
          </a:prstGeom>
          <a:solidFill>
            <a:srgbClr val="0D3B1E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21031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2103120"/>
            <a:ext cx="1920240" cy="45720"/>
          </a:xfrm>
          <a:prstGeom prst="rect">
            <a:avLst/>
          </a:prstGeom>
          <a:solidFill>
            <a:srgbClr val="0D3B1E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firms, revenue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 at maturity: £250-350K/year (self-sustaining via freemium subscriptions + lead generation)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NEXT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are minimal and mitigated: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response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MCB endorsement + AI personalisation + follow-up 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(SRA)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 referral fees. Disclosure compliant. Legal review planned.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email human-reviewed. Dry-run tested. Professional tone verified.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compliant. Public data only. Consent required. Right to removal.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needed: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outreach with MCB endorsement.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else is built, tested, and ready to execute.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askadil.org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AskAdil Solicitor Directory — Executive Brief</dc:title>
  <dc:subject>PptxGenJS Presentation</dc:subject>
  <dc:creator>AskAdil / MCB</dc:creator>
  <cp:lastModifiedBy>AskAdil / MCB</cp:lastModifiedBy>
  <cp:revision>1</cp:revision>
  <dcterms:created xsi:type="dcterms:W3CDTF">2026-03-29T13:15:59Z</dcterms:created>
  <dcterms:modified xsi:type="dcterms:W3CDTF">2026-03-29T13:15:59Z</dcterms:modified>
</cp:coreProperties>
</file>